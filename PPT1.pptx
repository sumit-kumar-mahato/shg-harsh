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1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8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4BC85-E884-4EA2-9596-340D1254E23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66BC6-2CE9-44A1-9027-337CCC572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49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01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3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058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6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5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2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68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2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44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0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49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2CB46-476F-4EE6-8079-30C937B9DADF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AEFFB-B2A2-4401-A843-5869F3C5B5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91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6855B0-D480-E60C-86B0-AE9507D9F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6" y="2693737"/>
            <a:ext cx="11418826" cy="3085535"/>
          </a:xfrm>
        </p:spPr>
        <p:txBody>
          <a:bodyPr>
            <a:normAutofit/>
          </a:bodyPr>
          <a:lstStyle/>
          <a:p>
            <a:pPr algn="ctr"/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“Intelligent SHG Performance and Digital Market Support Platform Using AI and BI”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0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F5E7-9735-1E7B-17CF-86745936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CDB05-6A1C-9121-1EAC-203FA9E0A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focus separately on: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SHG empowerment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banking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microfinance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SHG problems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digitization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micro-enterprise development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addresses : SHG Performance Analytics + AI Prediction + AI Branding Support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199A-A47A-7AC5-252A-F27E4C06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67A9D-5832-E110-35D8-FBD9FF8E4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157857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SHG Performance and Digital Market Support Platform Using AI and Business Intelligence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have 3 main modules: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SHG Performance BI Dashboard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SHG Performance Prediction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Branding and Content Generation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28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378B-566C-714C-C5B8-A5052056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A747-890B-C092-C079-1B2D42538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 Power BI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Interactive dashboard for SHG leaders, banks, NGOs and field officers.</a:t>
            </a:r>
          </a:p>
        </p:txBody>
      </p:sp>
    </p:spTree>
    <p:extLst>
      <p:ext uri="{BB962C8B-B14F-4D97-AF65-F5344CB8AC3E}">
        <p14:creationId xmlns:p14="http://schemas.microsoft.com/office/powerpoint/2010/main" val="3150900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BC43-F5AC-D019-93D6-346AF831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AI Performance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10B02-F399-0A7A-6A8D-D64BD90A2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predicts the performance category of SHGs: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Performance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Performance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46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1ACD-686F-BDA8-32B4-A03EADDF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AI Branding and Content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479A7-5B73-BEC7-80DA-DA9C3694B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supports SHGs in digital marketing.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will generate: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names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taglines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descriptions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promotional messages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 captions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hashtags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83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5A480-A64A-E1B6-CE29-F37CB812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1DB4A-D84D-1EEA-BFDD-E6D4D7EE2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integrate SHG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validate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Power BI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SHG-level ML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performance prediction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AI branding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</a:t>
            </a:r>
          </a:p>
        </p:txBody>
      </p:sp>
    </p:spTree>
    <p:extLst>
      <p:ext uri="{BB962C8B-B14F-4D97-AF65-F5344CB8AC3E}">
        <p14:creationId xmlns:p14="http://schemas.microsoft.com/office/powerpoint/2010/main" val="58389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7E7F-FACA-8A85-B183-596B4D5E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A0FA40-08A6-E6CA-8031-746AF584E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074301"/>
              </p:ext>
            </p:extLst>
          </p:nvPr>
        </p:nvGraphicFramePr>
        <p:xfrm>
          <a:off x="740229" y="1583713"/>
          <a:ext cx="9960428" cy="4653800"/>
        </p:xfrm>
        <a:graphic>
          <a:graphicData uri="http://schemas.openxmlformats.org/drawingml/2006/table">
            <a:tbl>
              <a:tblPr/>
              <a:tblGrid>
                <a:gridCol w="5410603">
                  <a:extLst>
                    <a:ext uri="{9D8B030D-6E8A-4147-A177-3AD203B41FA5}">
                      <a16:colId xmlns:a16="http://schemas.microsoft.com/office/drawing/2014/main" val="1101467521"/>
                    </a:ext>
                  </a:extLst>
                </a:gridCol>
                <a:gridCol w="4549825">
                  <a:extLst>
                    <a:ext uri="{9D8B030D-6E8A-4147-A177-3AD203B41FA5}">
                      <a16:colId xmlns:a16="http://schemas.microsoft.com/office/drawing/2014/main" val="2699472190"/>
                    </a:ext>
                  </a:extLst>
                </a:gridCol>
              </a:tblGrid>
              <a:tr h="705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72376"/>
                  </a:ext>
                </a:extLst>
              </a:tr>
              <a:tr h="564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Pandas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692331"/>
                  </a:ext>
                </a:extLst>
              </a:tr>
              <a:tr h="564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 /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020052"/>
                  </a:ext>
                </a:extLst>
              </a:tr>
              <a:tr h="564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28357"/>
                  </a:ext>
                </a:extLst>
              </a:tr>
              <a:tr h="564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883624"/>
                  </a:ext>
                </a:extLst>
              </a:tr>
              <a:tr h="564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38744"/>
                  </a:ext>
                </a:extLst>
              </a:tr>
              <a:tr h="564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Content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/ GenAI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774954"/>
                  </a:ext>
                </a:extLst>
              </a:tr>
              <a:tr h="564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/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Plotly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09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56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FEA7-8698-8B9D-2FF2-2E5E95AE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3328-2491-87B0-37D0-7A72933F4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9451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Intelligence, Machine Learning and Generative 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SHGs.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SHG performance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weak SHGs early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loan and savings decisions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branding and promotional content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project supports both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SHG performance improvement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 empowerment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82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11684</TotalTime>
  <Words>281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Research Gap</vt:lpstr>
      <vt:lpstr>Proposed System</vt:lpstr>
      <vt:lpstr>Module 1 — BI Dashboard</vt:lpstr>
      <vt:lpstr>Module 2 — AI Performance Prediction</vt:lpstr>
      <vt:lpstr>Module 3 — AI Branding and Content Generation</vt:lpstr>
      <vt:lpstr>Proposed Methodology</vt:lpstr>
      <vt:lpstr>Technology Stack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Yashwantrao Chavan College of Engineering  Pre-Registration Presentation</dc:title>
  <dc:creator>Minakshi Ramteke</dc:creator>
  <cp:lastModifiedBy>Vyankatesh Emche</cp:lastModifiedBy>
  <cp:revision>149</cp:revision>
  <dcterms:created xsi:type="dcterms:W3CDTF">2023-08-31T06:01:04Z</dcterms:created>
  <dcterms:modified xsi:type="dcterms:W3CDTF">2026-09-19T06:19:48Z</dcterms:modified>
</cp:coreProperties>
</file>